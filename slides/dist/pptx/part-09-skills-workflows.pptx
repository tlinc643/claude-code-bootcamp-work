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22 min
SPEAKER NOTES — slide 1 (hook, 60 sec)
- One line: "Today's habits become reusable tools you carry into Monday's repo."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(theory, 4 min)
- Most students will author a Skill in the lab. Hooks/MCP/multi-agent are awareness + stretch.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(diagram, 1 min)
- Point at Skills first; the rest turn Claude from chatbot into teammate.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(reference, 1 min)
- Hooks that swallow exit codes are a trap — call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(mistakes/cues, 30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(demo, 5 min)
- Keep it to 4 minutes of drafting. The shape is the lesson, not the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(demo, 4 min)
- Least privilege: fine-grained PAT scoped to ONLY the demo repo — never a classic all-repo token.
- /mcp also runs the OAuth login flow for servers that need it.
- Offline fallback: `claude mcp add --transport http sentry https://mcp.sentry.dev/mcp`, /mcp to auth, then ask "most common errors in the last 24h".
- Trust gate: only connect servers you trust — external content can carry prompt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(hands-on, 10 min)
- Catch project-specific paths — that's what kills carry-over. 3-min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(wrap, 1 min)
polish-log
2026-05-28 · lean instructor-pacing shape (matches Module 1 pilot).
cover -&gt; theory (4 pillars) -&gt; reference (hooks/MCP · multi-agent/mistakes) -&gt; live demo -&gt; your turn -&gt;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 — Skills, Hooks, MCP &amp; Multi-Agent Workflows</dc:title>
  <dc:subject>From prompts to agentic engineering: author a Skill, add a Hook, connect via MCP, coordinate sub-agents.</dc:subject>
  <dc:creator>Created by Marp</dc:creator>
  <cp:lastModifiedBy>Created by Marp</cp:lastModifiedBy>
  <cp:revision>1</cp:revision>
  <dcterms:created xsi:type="dcterms:W3CDTF">2026-05-28T23:36:23Z</dcterms:created>
  <dcterms:modified xsi:type="dcterms:W3CDTF">2026-05-28T23:36:23Z</dcterms:modified>
</cp:coreProperties>
</file>