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
SPEAKER NOTES — slide 1 (hook, 60 sec)
- One line: "Claude can write great commits and PRs — from the diff, not the prompt."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"From the diff, not the prompt" — say it. PRs written from prompts lie about what shipped.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Trace left to right; every commit is one logical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
- Optional. Only the fast finishers wire the Action; everyone hears it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(common mistakes, 30 sec)
Instructor cues:
- Demo on a dirty working tree so the commit-splitter has something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5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10 min)
- Watch for one-commit submissions — send them back to the splitter. 3-min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polish-log
2026-05-28 · lean instructor-pacing shape (matches Module 1 pilot).
cover -&gt; theory (safe git) -&gt; reference (@claude Action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Git Workflows for Safe AI Dev</dc:title>
  <dc:subject>Branch, commit, and PR your AI-generated code safely. Have Claude write the commit message and PR description.</dc:subject>
  <dc:creator>Created by Marp</dc:creator>
  <cp:lastModifiedBy>Created by Marp</cp:lastModifiedBy>
  <cp:revision>1</cp:revision>
  <dcterms:created xsi:type="dcterms:W3CDTF">2026-05-28T23:35:56Z</dcterms:created>
  <dcterms:modified xsi:type="dcterms:W3CDTF">2026-05-28T23:35:56Z</dcterms:modified>
</cp:coreProperties>
</file>