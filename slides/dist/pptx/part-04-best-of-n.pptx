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30 min
SPEAKER NOTES — slide 1 (hook, 60 sec)
- One line: "We exploit variance on purpose — three independent shots, one rubric, one winner."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 (theory, 4 min)
- Stress: BoN != iteration. Iteration converges on one lineage; BoN samples the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(diagram, 1 min)
- The scorecard on the next slide is the right-hand column of this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(reference, 1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 (common mistakes, 30 sec)
Instructor cues:
- Score side-by-side; show the losers so the lift is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 (demo, 6 min)
- The mechanism is independence: `/clear` between each candidate so no shared history leaks.
- Paste the EXACT same prompt all three times — variance must come from the model, not the prompt.
- A new terminal tab / new chat session works too; the point is zero carried-over context.
- Tip: `claude -p "$(cat prompt.txt)"` three times is the scriptable version.
- Success signal: the winner passes the curl test plan; at least one loser visibly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(hands-on, 13 min)
- Hold them to three independent prompts. Walk the room and check candidate folders exist.
- 3-min warning. Stuck students: score what they have; partial BoN still teaches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 (wrap, 1 min)
polish-log
2026-05-28 · lean instructor-pacing shape (matches Module 1 pilot).
cover -&gt; theory (BoN) -&gt; reference (scorecard · mistakes) -&gt; live demo -&gt; your turn -&gt;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 — Build Faster with Best-of-N</dc:title>
  <dc:subject>Generate N candidates for the same task and select the winner using a 3-criterion rubric. Ship a Notes API.</dc:subject>
  <dc:creator>Created by Marp</dc:creator>
  <cp:lastModifiedBy>Created by Marp</cp:lastModifiedBy>
  <cp:revision>1</cp:revision>
  <dcterms:created xsi:type="dcterms:W3CDTF">2026-05-28T23:34:26Z</dcterms:created>
  <dcterms:modified xsi:type="dcterms:W3CDTF">2026-05-28T23:34:26Z</dcterms:modified>
</cp:coreProperties>
</file>