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 — Multimodal: Screenshot to UI</dc:title>
  <dc:subject>Hand Claude a wireframe image and produce a working single-page Dashboard UI. Match the wireframe pixel-for-pixel-ish.</dc:subject>
  <dc:creator>Created by Marp</dc:creator>
  <cp:lastModifiedBy>Created by Marp</cp:lastModifiedBy>
  <cp:revision>1</cp:revision>
  <dcterms:created xsi:type="dcterms:W3CDTF">2026-05-28T21:26:23Z</dcterms:created>
  <dcterms:modified xsi:type="dcterms:W3CDTF">2026-05-28T21:26:23Z</dcterms:modified>
</cp:coreProperties>
</file>