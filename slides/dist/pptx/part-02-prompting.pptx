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24 min
SPEAKER NOTES — slide 1 (hook, 60 sec)
- One line: "Today we turn a vague idea into a one-pass CLI."
- Tease the demo: same task, vague prompt vs GCOE prompt, watch the lift.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2 (theory, 4 min)
- Anchor: constraints are where the engineering lives. "No third-party deps" is a design decision.
- Examples aren't optional — the model uses them to resolve ambiguity.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(diagram, 1 min)
- Point at each block; the skeleton on the next slide maps 1:1 to this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(reference, 1 min)
- This is the students' copy-paste starting point for the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4 (common mistakes, 30 sec)
Instructor cues:
- Show the vague-vs-GCOE diff live; let the lift sell itself.
- Delete one constraint mid-demo to show the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5 (demo, 5 min)
- Run vague first, show generic output (no persistence, no exit codes).
- Run GCOE, show the lift: real CLI, tasks.json, tests scaffolded.
- Then DELETE the "stdlib only" constraint and re-run -&gt; show the regression.
- Keep the two outputs side by side. The contrast is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6 (hands-on, 12 min)
- Walk the room. Catch students who skipped Constraints — that's where they lose points.
- 3-min warning. Anyone stuck: have them paste their prompt and grade it against GCOE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7 (wrap, 1 min)
- Bridge: "GCOE every time is tiring. Module 3 bakes the constraints into the repo."
polish-log
2026-05-28 · lean instructor-pacing shape (matches Module 1 pilot).
cover -&gt; theory (GCOE) -&gt; reference (skeleton · mistakes) -&gt; live demo -&gt; your turn -&gt;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— Prompting Like a Tech Lead</dc:title>
  <dc:subject>Translate a vague feature request into a precise, constraint-rich prompt. Ship a CLI Task Manager in one pass.</dc:subject>
  <dc:creator>Created by Marp</dc:creator>
  <cp:lastModifiedBy>Created by Marp</cp:lastModifiedBy>
  <cp:revision>1</cp:revision>
  <dcterms:created xsi:type="dcterms:W3CDTF">2026-05-28T23:34:08Z</dcterms:created>
  <dcterms:modified xsi:type="dcterms:W3CDTF">2026-05-28T23:34:08Z</dcterms:modified>
</cp:coreProperties>
</file>