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18 min
SPEAKER NOTES — slide 1 (hook, 60 sec)
- One line: "We pick one project from today and decide, honestly, go or no-go."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(theory, 4 min)
- Push honesty: after one workshop, "all green" is almost never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(diagram, 1 min)
- Each spoke gets a status; the hub is the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(reference, 1 min)
- Tie back to Module 6: the safe-git habits ARE the disaster-recovery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(common mistakes, 30 sec)
Instructor cues:
- Model honesty: mark two axes red live and say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(demo, 4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(hands-on, 8 min)
- Catch "all green" reports — send them back. 2-min warning at the 6-min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(wrap, 1 min)
polish-log
2026-05-28 · lean instructor-pacing shape (matches Module 1 pilot).
cover -&gt; theory (5 axes) -&gt; reference (overeager agents · mistakes) -&gt; live demo -&gt; your turn -&gt;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 — Production Readiness</dc:title>
  <dc:subject>Pick one project from today and write a Production Readiness Report across 5 axes. Decide go / no-go.</dc:subject>
  <dc:creator>Created by Marp</dc:creator>
  <cp:lastModifiedBy>Created by Marp</cp:lastModifiedBy>
  <cp:revision>1</cp:revision>
  <dcterms:created xsi:type="dcterms:W3CDTF">2026-05-28T23:36:56Z</dcterms:created>
  <dcterms:modified xsi:type="dcterms:W3CDTF">2026-05-28T23:36:56Z</dcterms:modified>
</cp:coreProperties>
</file>