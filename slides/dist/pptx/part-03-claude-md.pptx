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
SPEAKER NOTES — slide 1 (hook, 60 sec)
- One line: "CLAUDE.md is the difference between coaching a new hire every morning and one good onboarding doc."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Hammer the README vs CLAUDE.md split: nice-to-know -&gt; README; changes-output -&gt; CLAUDE.md.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Each box is a section; the file on the next slide is this picture as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(reference, 1 min)
- This is the "good example" — point out each section earns its place.
- Glossary is short on purpose: only terms unique to THIS team/repo.
- Contrast with the lean version on the previous slide: same shape, more teeth.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(common mistakes, 30 sec)
Instructor cues:
- Run the trim test live: delete a section, re-prompt, watch the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(demo, 5 min)
- Fresh chat matters — show that the file, not the chat history, carries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(hands-on, 10 min)
- Catch students pasting README prose. Ask: "does this line change Claude's output?" If no, cut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8 (wrap, 1 min)
polish-log
2026-05-28 · lean instructor-pacing shape (matches Module 1 pilot).
cover -&gt; theory (behavior file) -&gt; reference (sample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Project Context with CLAUDE.md</dc:title>
  <dc:subject>Author a project-level CLAUDE.md that makes Claude Code follow your repo conventions automatically.</dc:subject>
  <dc:creator>Created by Marp</dc:creator>
  <cp:lastModifiedBy>Created by Marp</cp:lastModifiedBy>
  <cp:revision>1</cp:revision>
  <dcterms:created xsi:type="dcterms:W3CDTF">2026-05-28T23:34:17Z</dcterms:created>
  <dcterms:modified xsi:type="dcterms:W3CDTF">2026-05-28T23:34:17Z</dcterms:modified>
</cp:coreProperties>
</file>