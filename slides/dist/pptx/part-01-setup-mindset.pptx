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20 min
SPEAKER NOTES — slide 1 (60 sec hook)
- Welcome. Confirm everyone joined the LMS. Show today's schedule on your second screen.
- ONE sentence: "By the end of today you'll ship 10 small projects with Claude Code."
- DO NOT do live installs here. Pre-work is the entry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 (course intro, 2 min)
- Point at the schedule in README.md on your second screen.
- Set expectations on breaks. Time is the scarce resource today — say it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(instructor, 1 min)
- Keep it short and credible. The students are here to build, not to hear a résumé.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4 (models, 2 min)
- Don't quote exact prices — they move. Teach the SHAPE: Opus=think, Sonnet=do, Haiku=fast.
- Most of today runs fine on Sonnet. Mention you'll call out where Opus earns its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5 (theory, 3 min)
- Draw the loop on the whiteboard while talking through it.
- Anchor "engineer of record" — you sign the PR, not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 (diagram, 1 min)
- Trace the arrows once with your cursor; the cycle is the whole course in one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 (surfaces, 1 min)
- One sentence each. Students only need to know: pick terminal or IDE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7 (slash commands, 1 min)
- Don't read the table. Call out the 4 you'll use today: /init, /model, /review, /clear.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8 (common mistakes, 30 sec)
- Flag the "verbatim copy" trap now — it costs students points later.
Instructor cues:
- Hard-cap this block at 20 min. Mindset only — no live installs.
- Open from Claude Code on a known repo, not a slide.
- Broken environment? Pair the student.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9 (demo, 5 min)
- Project this terminal full-screen, font ≥ 18pt.
- If Claude says something wrong, DO NOT correct it silently — narrate "see, this is why we review".
- Backup plan if Claude is slow: switch to /cost and show the token spend.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10 (hands-on, 8 min)
- Walk the room. Catch students copy-pasting Claude verbatim — that's the rubric trap.
- If pre-work was skipped, pair them with a neighbour; no live installs in this block.
- 2-min warning at the 6-min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11 (wrap, 1 min)
- Show the DoD on screen for a full 30 seconds.
- Bridge in one sentence — don't over-explain Module 2 yet.
polish-log
2026-05-28 · feature 005 follow-up — instructor-pacing shape.
Flow: cover → welcome/course → instructor → Anthropic &amp; models → theory loop
      → 3 reference slides (surfaces · slash commands · mistakes/cues)
      → live demo → hands-on → done &amp; next.
Instructor notes in HTML comments (visible in PPTX presenter view).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— Welcome, Setup &amp; AI-First Mindset</dc:title>
  <dc:subject>Open the workshop. Meet the instructor, Anthropic, and the models. Name the 5-step AI coding loop. Confirm every laptop is ready.</dc:subject>
  <dc:creator>Created by Marp</dc:creator>
  <cp:lastModifiedBy>Created by Marp</cp:lastModifiedBy>
  <cp:revision>1</cp:revision>
  <dcterms:created xsi:type="dcterms:W3CDTF">2026-05-28T23:39:35Z</dcterms:created>
  <dcterms:modified xsi:type="dcterms:W3CDTF">2026-05-28T23:39:35Z</dcterms:modified>
</cp:coreProperties>
</file>