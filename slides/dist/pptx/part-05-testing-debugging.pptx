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28 min
SPEAKER NOTES — slide 1 (hook, 60 sec)
- One line: "We test the Module 4 winner, plant bugs, and let Claude catch them — with the right framing."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The "stranger's PR" phrase is the whole trick — say it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(diagram, 1 min)
- The self-review step is the one humans skip; that's where the rubric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(common mistakes, 30 sec)
Instructor cues:
- Plant the first bug live; let the class plant the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(demo, 6 min)
- If Claude misses the bug, that's a teachable moment: refine the framing, don't accept the miss.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(hands-on, 11 min)
- Walk the room. Catch students mocking the app itself. 3-min warning before wrap.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(wrap, 1 min)
polish-log
2026-05-28 · lean instructor-pacing shape (matches Module 1 pilot).
cover -&gt; theory (test + self-review) -&gt; reference (prompt · mistakes) -&gt; live demo -&gt; your turn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5 — Testing, Debugging &amp; Self-Review</dc:title>
  <dc:subject>Write a real test suite for the module 4 API, plant and fix two bugs, and ship your personal Code Review Rubric.</dc:subject>
  <dc:creator>Created by Marp</dc:creator>
  <cp:lastModifiedBy>Created by Marp</cp:lastModifiedBy>
  <cp:revision>1</cp:revision>
  <dcterms:created xsi:type="dcterms:W3CDTF">2026-05-28T23:35:09Z</dcterms:created>
  <dcterms:modified xsi:type="dcterms:W3CDTF">2026-05-28T23:35:09Z</dcterms:modified>
</cp:coreProperties>
</file>