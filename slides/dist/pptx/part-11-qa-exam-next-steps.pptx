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duration: 30 min
SPEAKER NOTES — slide 1 (hook, 60 sec)
- One line: "This block is the bridge from workshop to your real repo."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2 (theory, 4 min)
- These three transfer to any model, any tool, any repo. That's the carry-out.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3 (reference, 1 min)
- Ask the room which one they're most guilty of. Quick show of hands.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4 (reference, 3 min)
- Demo each anti-pattern + its fix if time allows. Otherwise narrate from the table.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5 (demo, 4 min)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6 (exam, 3 min)
- Read the 70% bar out loud. Point students at the rubric file 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7 (3 min)
- If a student can't complete the sentence, send them to re-watch Module 9 before submitting.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SPEAKER NOTES — slide 8 (close, 1 min)
- End on the through-line: the loop goes home with them. Open the floor for Q&amp;A.
polish-log
2026-05-28 · lean instructor-pacing shape (closing variant: no hands-on exercise).
cover -&gt; theory (3 frameworks) -&gt; reference (mistakes · anti-patterns) -&gt; live demo -&gt; exam briefing
      -&gt; your turn (Monday sentence) -&gt; done.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Part 11 — Q&amp;A, Exam Briefing &amp; Next Steps</dc:title>
  <dc:subject>Closing block: common mistakes, prompting anti-patterns, certification rules, and what to do Monday morning.</dc:subject>
  <dc:creator>Created by Marp</dc:creator>
  <cp:lastModifiedBy>Created by Marp</cp:lastModifiedBy>
  <cp:revision>1</cp:revision>
  <dcterms:created xsi:type="dcterms:W3CDTF">2026-05-28T23:37:30Z</dcterms:created>
  <dcterms:modified xsi:type="dcterms:W3CDTF">2026-05-28T23:37:30Z</dcterms:modified>
</cp:coreProperties>
</file>