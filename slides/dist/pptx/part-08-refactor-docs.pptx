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24 min
SPEAKER NOTES — slide 1 (hook, 60 sec)
- One line: "Unconstrained, Claude rewrites everything. Constrained, it makes a surgical diff."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2 (theory, 4 min)
- constraints.md is the lab's load-bearing artefact. No constraints = no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3 (diagram, 1 min)
- Left half = guardrails; right half = the two doc passes.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3 (reference, 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4 (common mistakes, 30 sec)
Instructor cues:
- Show the bad (unconstrained) diff first, then the constrained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5 (demo, 5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6 (hands-on, 12 min)
- Catch students who refactor before writing constraints.md. 3-min warning.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7 (wrap, 1 min)
polish-log
2026-05-28 · lean instructor-pacing shape (matches Module 1 pilot).
cover -&gt; theory (constrained refactor + 2-pass) -&gt; reference (constraints.md · mistakes) -&gt; live demo -&gt; your turn -&gt;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8 — Refactoring &amp; Documentation at Scale</dc:title>
  <dc:subject>Refactor a messy module under hard written constraints and ship HANDOFF.md plus ARCHITECTURE.md.</dc:subject>
  <dc:creator>Created by Marp</dc:creator>
  <cp:lastModifiedBy>Created by Marp</cp:lastModifiedBy>
  <cp:revision>1</cp:revision>
  <dcterms:created xsi:type="dcterms:W3CDTF">2026-05-28T23:36:14Z</dcterms:created>
  <dcterms:modified xsi:type="dcterms:W3CDTF">2026-05-28T23:36:14Z</dcterms:modified>
</cp:coreProperties>
</file>